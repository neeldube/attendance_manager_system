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for Digital Student Attendance Tracking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10698480" cy="1417320"/>
          </a:xfrm>
          <a:prstGeom prst="rect">
            <a:avLst/>
          </a:prstGeom>
          <a:solidFill>
            <a:srgbClr val="2A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Dube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240503020016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/ Class: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Cybersecurity — A1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ect">
            <a:avLst>
              <a:gd name="adj" fmla="val 1509"/>
            </a:avLst>
          </a:prstGeom>
          <a:solidFill>
            <a:srgbClr val="FBF7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and spreadsheets make attendance slow to record and even slower to summarize — teachers manually tally presence and recompute totals by hand, and errors creep in as class sizes grow.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846320"/>
          </a:xfrm>
          <a:prstGeom prst="rect">
            <a:avLst>
              <a:gd name="adj" fmla="val 1509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PHP + MySQL web application that lets a teacher register students, mark daily attendance in seconds, and instantly see accurate, always-up-to-date attendance percentages — no manual tallying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FBF7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16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students with roll number, name, class, and email.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0420" y="155448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FBF7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874520"/>
            <a:ext cx="640080" cy="6400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58902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student Present or Absent for any chosen date.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FBF7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5180" y="1874520"/>
            <a:ext cx="640080" cy="6400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51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class-wise summary of days marked and days present.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83980" y="155448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FBF7EE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74520"/>
            <a:ext cx="640080" cy="6400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6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668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Percentage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1258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 attendance %, flagging students below 75%.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Database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 — students and attendance — linked in a one-to-many relationship.</a:t>
            </a:r>
            <a:endParaRPr lang="en-US" sz="1400" dirty="0"/>
          </a:p>
        </p:txBody>
      </p:sp>
      <p:pic>
        <p:nvPicPr>
          <p:cNvPr id="4" name="Image 0" descr="/home/claude/attendance_system/pptx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37360"/>
            <a:ext cx="868680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11064240" cy="1051560"/>
          </a:xfrm>
          <a:prstGeom prst="rect">
            <a:avLst>
              <a:gd name="adj" fmla="val 5217"/>
            </a:avLst>
          </a:prstGeom>
          <a:solidFill>
            <a:srgbClr val="FBF7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UNIQUE(student_id, date_marked) constraint with ON DUPLICATE KEY UPDATE ensures a student can never be marked twice for the same date.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2800" dirty="0"/>
          </a:p>
        </p:txBody>
      </p:sp>
      <p:pic>
        <p:nvPicPr>
          <p:cNvPr id="3" name="Image 0" descr="/home/claude/attendance_system/pptx/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394960" cy="2532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live summary stats</a:t>
            </a:r>
            <a:endParaRPr lang="en-US" sz="1300" dirty="0"/>
          </a:p>
        </p:txBody>
      </p:sp>
      <p:pic>
        <p:nvPicPr>
          <p:cNvPr id="5" name="Image 1" descr="/home/claude/attendance_system/pptx/3_mark_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394960" cy="32826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— date-wise Present/Absent</a:t>
            </a:r>
            <a:endParaRPr lang="en-US" sz="1300" dirty="0"/>
          </a:p>
        </p:txBody>
      </p:sp>
      <p:pic>
        <p:nvPicPr>
          <p:cNvPr id="7" name="Image 2" descr="/home/claude/attendance_system/pptx/4_attendance_re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960"/>
            <a:ext cx="5394960" cy="2286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6537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Report — computed percentages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A345C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42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A345C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6042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A345C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8398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A345C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8398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(Apache)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3291840"/>
          </a:xfrm>
          <a:prstGeom prst="rect">
            <a:avLst>
              <a:gd name="adj" fmla="val 2222"/>
            </a:avLst>
          </a:prstGeom>
          <a:solidFill>
            <a:srgbClr val="FBF7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017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520440"/>
          <a:ext cx="10424160" cy="2377440"/>
        </p:xfrm>
        <a:graphic>
          <a:graphicData uri="http://schemas.openxmlformats.org/drawingml/2006/table">
            <a:tbl>
              <a:tblPr/>
              <a:tblGrid>
                <a:gridCol w="5212080"/>
                <a:gridCol w="3840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 with duplicate roll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by UNIQUE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Re-mark attendance for same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row updated, no duplicate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for student with 0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0%, no division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below 75%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flagged in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68680" y="3520440"/>
            <a:ext cx="10424160" cy="4572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54880"/>
          </a:xfrm>
          <a:prstGeom prst="rect">
            <a:avLst>
              <a:gd name="adj" fmla="val 1538"/>
            </a:avLst>
          </a:prstGeom>
          <a:solidFill>
            <a:srgbClr val="1B23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mini project replaces error-prone manual registers with a reliable PHP + MySQL web app covering the full attendance workflow — from registration to automatic percentage calculation — built on sound database design and secure, prepared-statement queries.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394960" cy="4754880"/>
          </a:xfrm>
          <a:prstGeom prst="rect">
            <a:avLst>
              <a:gd name="adj" fmla="val 1538"/>
            </a:avLst>
          </a:prstGeom>
          <a:solidFill>
            <a:srgbClr val="FBF7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teachers, students, and admins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when attendance drops below 75%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to PDF / Excel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Subject/period-wise attendance tracking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2026-09-14T11:45:01Z</dcterms:created>
  <dcterms:modified xsi:type="dcterms:W3CDTF">2026-09-14T11:45:01Z</dcterms:modified>
</cp:coreProperties>
</file>